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SmartRecover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recovers revenue lost to failed payments and overdue invoices — live, not just in a report.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Buildathon · Track 3: AI Revenue Recovery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418320" y="914400"/>
            <a:ext cx="2011680" cy="2011680"/>
          </a:xfrm>
          <a:prstGeom prst="ellipse">
            <a:avLst/>
          </a:prstGeom>
          <a:solidFill>
            <a:srgbClr val="273080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0" y="4206240"/>
            <a:ext cx="1188720" cy="1188720"/>
          </a:xfrm>
          <a:prstGeom prst="ellipse">
            <a:avLst/>
          </a:prstGeom>
          <a:solidFill>
            <a:srgbClr val="45D6A3">
              <a:alpha val="2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leaks out quietly, every 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Payments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declines or bank timeouts abandon the purchase mid-session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Invoices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063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clients ignore generic reminder emails for weeks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Dunning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063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Auto-renewals fail silently on expired cards — passive churn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89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businesses only discover this leakage in a monthly finance report — long after the money is gone.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SmartRecover: an AI agent, not a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37744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2730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3774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514600" y="237744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880360" y="237744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27308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80360" y="23774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37744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120640" y="237744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27308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20640" y="23774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237744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60920" y="237744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2730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60920" y="23774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37744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601200" y="237744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45D6A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0" y="23774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9319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webhook fires the moment a payment fails or an invoice goes overdue. The agent classifies why, drafts a fix — a fresh checkout retry or a renegotiated term — and acts within hard-coded guardrails.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1554480"/>
            <a:ext cx="99669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71600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99339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· Agent thought log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2651760"/>
            <a:ext cx="99669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27249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(Node.js + Express)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309067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Webhook listener · Guardrail checks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3749040"/>
            <a:ext cx="99669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3822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418795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formula · LLM-drafted messages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4846320"/>
            <a:ext cx="99669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71600" y="4919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(Test Mode)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52852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· Checkout Widget · Invoices · Webhooks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brains, one agent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Brain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risk-scoring formula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83464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days overdue + invoice amount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explainable — no black box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for a financial 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Brain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negotiation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83464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personalized recovery messages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over canned client replies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Decides: retry, extend, or restructure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— this agent touches real money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19050">
            <a:solidFill>
              <a:srgbClr val="45D6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Caps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can never offer more than a 15% discount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7373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19050">
            <a:solidFill>
              <a:srgbClr val="45D6A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Boundaries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only create recovery orders &amp; invoices — never move money out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7373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19050">
            <a:solidFill>
              <a:srgbClr val="45D6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over ₹2,00,000 pause for manual approval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decision is logged to an auditable trail — nothing acts silently.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measure, live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5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₹X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429000" y="21031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5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₹Y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Recovered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21031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5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Z%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006840" y="21031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5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900684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Interventions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5720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Live-updated during the demo, straight from Razorpay webhook events — not a static report.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built today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failed-payment recovery loop, live end-to-end with real Razorpay test webhooks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that classifies failures, drafts messages, and generates recovery orders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invoice negotiation layer with partial payments and risk scoring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discount caps and human-approval thresholds enforced in code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with an auditable agent thought log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that would've been written off — recovered automatically.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4937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SmartRecover · Razorpay AI Buildathon · Track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92640" y="731520"/>
            <a:ext cx="1645920" cy="1645920"/>
          </a:xfrm>
          <a:prstGeom prst="ellipse">
            <a:avLst/>
          </a:prstGeom>
          <a:solidFill>
            <a:srgbClr val="45D6A3">
              <a:alpha val="25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2026-09-02T09:52:03Z</dcterms:created>
  <dcterms:modified xsi:type="dcterms:W3CDTF">2026-09-02T09:52:03Z</dcterms:modified>
</cp:coreProperties>
</file>