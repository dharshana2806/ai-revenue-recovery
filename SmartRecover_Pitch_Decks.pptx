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548640"/>
            <a:ext cx="2834640" cy="2834640"/>
          </a:xfrm>
          <a:prstGeom prst="ellipse">
            <a:avLst/>
          </a:prstGeom>
          <a:solidFill>
            <a:srgbClr val="CADCF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2103120"/>
            <a:ext cx="1737360" cy="1737360"/>
          </a:xfrm>
          <a:prstGeom prst="ellipse">
            <a:avLst/>
          </a:prstGeom>
          <a:solidFill>
            <a:srgbClr val="1F9D5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66760" y="3154680"/>
            <a:ext cx="960120" cy="9601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SmartRecover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recovery for failed payments and overdue B2B invoices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Razorpay  ·  Node.js / Express  ·  MongoDB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payments and overdue invoices both leak revenue silently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5400000">
              <a:srgbClr val="9AA9C2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92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Payments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5176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declines or a bank times out mid-checkout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follow-up once the payment fails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lost by default, not by choice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6792" y="155448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5400000">
              <a:srgbClr val="9AA9C2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56832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5683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88352" y="1892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Overdue Invoices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265176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reminder emails go ignored for weeks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risk-based view of which invoices need attention first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offer flexible settlement terms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monthly report surfaces this, the money is usually already gone.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connected agents close the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3F6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011680"/>
            <a:ext cx="146304" cy="17373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Agent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5146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failed payment, classifies why it failed, and generates a fresh Razorpay payment link plus a personalized recovery message.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73736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3F6FD"/>
          </a:solidFill>
          <a:ln/>
        </p:spPr>
      </p:sp>
      <p:sp>
        <p:nvSpPr>
          <p:cNvPr id="8" name="Shape 6"/>
          <p:cNvSpPr/>
          <p:nvPr/>
        </p:nvSpPr>
        <p:spPr>
          <a:xfrm>
            <a:off x="6656832" y="2011680"/>
            <a:ext cx="146304" cy="1737360"/>
          </a:xfrm>
          <a:prstGeom prst="roundRect">
            <a:avLst/>
          </a:prstGeom>
          <a:solidFill>
            <a:srgbClr val="1F9D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31152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NegotiatorX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25146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risk on an overdue B2B invoice, interprets the client's response, and proposes a bounded settlement instead of a form-letter reminder.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4023360"/>
            <a:ext cx="0" cy="50292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2832" y="4023360"/>
            <a:ext cx="0" cy="50292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4526280"/>
            <a:ext cx="5696712" cy="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76" y="4526280"/>
            <a:ext cx="0" cy="3200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4846320"/>
            <a:ext cx="633679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26080" y="4846320"/>
            <a:ext cx="6336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against Razorpay  →  Dashboard updates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Agent: from failure to recovered revenue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2834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3794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82880" y="4297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Razorpay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order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3223260"/>
            <a:ext cx="1435608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898648" y="2834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395728" y="3794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4297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reason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75888" y="3223260"/>
            <a:ext cx="1435608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111496" y="2834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1496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3794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Classified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4297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reason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suggested fix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223260"/>
            <a:ext cx="1435608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324344" y="2834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24344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3794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Link Sent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4297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payment link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drafted message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1584" y="3223260"/>
            <a:ext cx="1435608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537192" y="2834640"/>
            <a:ext cx="777240" cy="7772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37192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034272" y="3794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Verified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034272" y="4297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Razorpay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marked recovered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6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verified by asking Razorpay directly for the payment link's payments — never assumed from a local state change.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NegotiatorX: risk-aware invoice negotiation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847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created &amp; risk-scored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0" cy="457200"/>
          </a:xfrm>
          <a:prstGeom prst="line">
            <a:avLst/>
          </a:prstGeom>
          <a:noFill/>
          <a:ln w="19050">
            <a:solidFill>
              <a:srgbClr val="8A93A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072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reply received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0" cy="457200"/>
          </a:xfrm>
          <a:prstGeom prst="line">
            <a:avLst/>
          </a:prstGeom>
          <a:noFill/>
          <a:ln w="19050">
            <a:solidFill>
              <a:srgbClr val="8A93A3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673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an action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14400" y="4297680"/>
            <a:ext cx="0" cy="457200"/>
          </a:xfrm>
          <a:prstGeom prst="line">
            <a:avLst/>
          </a:prstGeom>
          <a:noFill/>
          <a:ln w="19050">
            <a:solidFill>
              <a:srgbClr val="8A93A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85800" y="4754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7274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proposed, guardrail-capped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formula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606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min(daysOverdue × 4, 60)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min((amount ÷ ₹1,00,000) × 40, 40)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3611880"/>
            <a:ext cx="4663440" cy="0"/>
          </a:xfrm>
          <a:prstGeom prst="line">
            <a:avLst/>
          </a:prstGeom>
          <a:noFill/>
          <a:ln w="12700">
            <a:solidFill>
              <a:srgbClr val="3B447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3794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₹45,000 invoice, 12 days overdue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5262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risk score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5440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discount scales with risk, but is hard-capped at 15% in code regardless of score.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6F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926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agent log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2971800"/>
            <a:ext cx="256032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62072" y="21945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6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99232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API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926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· REST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28032" y="2971800"/>
            <a:ext cx="256032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21945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6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21224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Layer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21224" y="2926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Agent · NegotiatorX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50024" y="2971800"/>
            <a:ext cx="256032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06056" y="21945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43216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Razorpay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43216" y="2926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Links · Invoices · Webhooks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72016" y="2971800"/>
            <a:ext cx="256032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28048" y="21945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6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65208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65208" y="2926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Invoices · Webhook log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webhooks:  </a:t>
            </a:r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payment.captured / payment.failed events are deduplicated with a unique database index on (paymentId, event), so Razorpay's automatic retry deliveries can never double-count a recovery.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reliability, not just a demo run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28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risk scoring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2585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formula, not a black-box model — every score is reproducible from its two inputs.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971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discount cap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4015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risk-scaled proposal can never exceed 15% — the cap is enforced in code, and any override is logged.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idempotency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5445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database constraint means a duplicate Razorpay retry can't double-count a recovered payment.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303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257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LLM-optional messaging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6875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LLM key is configured, messages fall back to a fixed template automatically — the core loop keeps working.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genuinely live vs. intentionally controlled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3F6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103120"/>
            <a:ext cx="146304" cy="502920"/>
          </a:xfrm>
          <a:prstGeom prst="roundRect">
            <a:avLst/>
          </a:prstGeom>
          <a:solidFill>
            <a:srgbClr val="1F9D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20848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creation, Payment Links, and Invoices are live Razorpay Test Mode API calls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is verified directly against Razorpay, not assumed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flow opens Razorpay's actual checkout widget end to 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3F6FD"/>
          </a:solidFill>
          <a:ln/>
        </p:spPr>
      </p:sp>
      <p:sp>
        <p:nvSpPr>
          <p:cNvPr id="8" name="Shape 6"/>
          <p:cNvSpPr/>
          <p:nvPr/>
        </p:nvSpPr>
        <p:spPr>
          <a:xfrm>
            <a:off x="6656832" y="2103120"/>
            <a:ext cx="146304" cy="5029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31152" y="20848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controlled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“Simulate Payment Failure” stands in for waiting on a real bank decline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“Simulate Client Reply” stands in for parsing a real inbound email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agent logic runs identically either way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3108960" cy="31089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1F9D55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SmartRecover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failed payments and overdue invoices into an automated recovery workflow — verified directly against Razorpay, not assumed.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0515600" cy="0"/>
          </a:xfrm>
          <a:prstGeom prst="line">
            <a:avLst/>
          </a:prstGeom>
          <a:noFill/>
          <a:ln w="12700">
            <a:solidFill>
              <a:srgbClr val="3B44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389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4389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4389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API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4389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Frontend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4389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 Drafting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2026-09-05T09:16:03Z</dcterms:created>
  <dcterms:modified xsi:type="dcterms:W3CDTF">2026-09-05T09:16:03Z</dcterms:modified>
</cp:coreProperties>
</file>